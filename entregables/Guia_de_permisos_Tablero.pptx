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8d5c7d7f444b5" /><Relationship Type="http://schemas.openxmlformats.org/officeDocument/2006/relationships/extended-properties" Target="/docProps/app.xml" Id="R8d74980140c34dd1" /><Relationship Type="http://schemas.openxmlformats.org/officeDocument/2006/relationships/officeDocument" Target="/ppt/presentation.xml" Id="R5abb10706044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71e7d53ca4f3c"/>
  </p:sldMasterIdLst>
  <p:notesMasterIdLst>
    <p:notesMasterId xmlns:r="http://schemas.openxmlformats.org/officeDocument/2006/relationships" r:id="R861c6bcf5cd448b2"/>
  </p:notesMasterIdLst>
  <p:sldIdLst>
    <p:sldId xmlns:r="http://schemas.openxmlformats.org/officeDocument/2006/relationships" id="256" r:id="R8052a64b65f3414e"/>
    <p:sldId xmlns:r="http://schemas.openxmlformats.org/officeDocument/2006/relationships" id="257" r:id="Rcf977914f57b4b56"/>
    <p:sldId xmlns:r="http://schemas.openxmlformats.org/officeDocument/2006/relationships" id="258" r:id="R7de39ade695946aa"/>
    <p:sldId xmlns:r="http://schemas.openxmlformats.org/officeDocument/2006/relationships" id="259" r:id="Rb035a298b23843bc"/>
    <p:sldId xmlns:r="http://schemas.openxmlformats.org/officeDocument/2006/relationships" id="260" r:id="R5834b76e0acc4f79"/>
    <p:sldId xmlns:r="http://schemas.openxmlformats.org/officeDocument/2006/relationships" id="261" r:id="R0a5a5e6bf89a405e"/>
    <p:sldId xmlns:r="http://schemas.openxmlformats.org/officeDocument/2006/relationships" id="262" r:id="R30616568f5d641ee"/>
    <p:sldId xmlns:r="http://schemas.openxmlformats.org/officeDocument/2006/relationships" id="263" r:id="R48ca58e46cd54b0e"/>
    <p:sldId xmlns:r="http://schemas.openxmlformats.org/officeDocument/2006/relationships" id="264" r:id="R533dfe80e71e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e82cc7462479e" /><Relationship Type="http://schemas.openxmlformats.org/officeDocument/2006/relationships/slideMaster" Target="/ppt/slideMasters/slideMaster1.xml" Id="Rad871e7d53ca4f3c" /><Relationship Type="http://schemas.openxmlformats.org/officeDocument/2006/relationships/notesMaster" Target="/ppt/notesMasters/notesMaster1.xml" Id="R861c6bcf5cd448b2" /><Relationship Type="http://schemas.openxmlformats.org/officeDocument/2006/relationships/presProps" Target="/ppt/presProps.xml" Id="Reb1cc85043e64fb9" /><Relationship Type="http://schemas.openxmlformats.org/officeDocument/2006/relationships/tableStyles" Target="/ppt/tableStyles.xml" Id="Rdece7fa8dc014b53" /><Relationship Type="http://schemas.openxmlformats.org/officeDocument/2006/relationships/slide" Target="/ppt/slides/slide1.xml" Id="R8052a64b65f3414e" /><Relationship Type="http://schemas.openxmlformats.org/officeDocument/2006/relationships/slide" Target="/ppt/slides/slide2.xml" Id="Rcf977914f57b4b56" /><Relationship Type="http://schemas.openxmlformats.org/officeDocument/2006/relationships/slide" Target="/ppt/slides/slide3.xml" Id="R7de39ade695946aa" /><Relationship Type="http://schemas.openxmlformats.org/officeDocument/2006/relationships/slide" Target="/ppt/slides/slide4.xml" Id="Rb035a298b23843bc" /><Relationship Type="http://schemas.openxmlformats.org/officeDocument/2006/relationships/slide" Target="/ppt/slides/slide5.xml" Id="R5834b76e0acc4f79" /><Relationship Type="http://schemas.openxmlformats.org/officeDocument/2006/relationships/slide" Target="/ppt/slides/slide6.xml" Id="R0a5a5e6bf89a405e" /><Relationship Type="http://schemas.openxmlformats.org/officeDocument/2006/relationships/slide" Target="/ppt/slides/slide7.xml" Id="R30616568f5d641ee" /><Relationship Type="http://schemas.openxmlformats.org/officeDocument/2006/relationships/slide" Target="/ppt/slides/slide8.xml" Id="R48ca58e46cd54b0e" /><Relationship Type="http://schemas.openxmlformats.org/officeDocument/2006/relationships/slide" Target="/ppt/slides/slide9.xml" Id="R533dfe80e71e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76689938a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8096391ab4171" /><Relationship Type="http://schemas.openxmlformats.org/officeDocument/2006/relationships/notesMaster" Target="/ppt/notesMasters/notesMaster1.xml" Id="R68fe97ae2a9f48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3e266157e434b" /><Relationship Type="http://schemas.openxmlformats.org/officeDocument/2006/relationships/notesMaster" Target="/ppt/notesMasters/notesMaster1.xml" Id="R92e76eab6d784a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8f8320e2a4d2c" /><Relationship Type="http://schemas.openxmlformats.org/officeDocument/2006/relationships/notesMaster" Target="/ppt/notesMasters/notesMaster1.xml" Id="Ra1de91e2122b4f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2eec376ef84929" /><Relationship Type="http://schemas.openxmlformats.org/officeDocument/2006/relationships/notesMaster" Target="/ppt/notesMasters/notesMaster1.xml" Id="R81f541d9ba854c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b279c0012849fb" /><Relationship Type="http://schemas.openxmlformats.org/officeDocument/2006/relationships/notesMaster" Target="/ppt/notesMasters/notesMaster1.xml" Id="R8ebf4ab491cf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6d671e476c4aa6" /><Relationship Type="http://schemas.openxmlformats.org/officeDocument/2006/relationships/notesMaster" Target="/ppt/notesMasters/notesMaster1.xml" Id="Rd54a767fb7a74a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d4973bcad1471c" /><Relationship Type="http://schemas.openxmlformats.org/officeDocument/2006/relationships/notesMaster" Target="/ppt/notesMasters/notesMaster1.xml" Id="Rf4a2c53a5df0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e96d21e64f48b3" /><Relationship Type="http://schemas.openxmlformats.org/officeDocument/2006/relationships/notesMaster" Target="/ppt/notesMasters/notesMaster1.xml" Id="R5204863aa5c747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76d1fc16e4140" /><Relationship Type="http://schemas.openxmlformats.org/officeDocument/2006/relationships/notesMaster" Target="/ppt/notesMasters/notesMaster1.xml" Id="Rc13c498bfc4d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explica los permisos tal como funcionan hoy en el módulo Tableros. Fuentes revisadas: _assets/classes/TablerosAccess.class.php; _assets/models/TablerosModel.php; _assets/controllers/tableros_api.php.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nivel del espacio define membresía y visibilidad del espacio. El nivel del tablero determina su visibilidad y los permisos específicos de sus miembros. Fuentes: _assets/classes/TablerosAccess.class.php y _assets/models/TablerosModel.php.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acceso a miembros del espacio requiere acceso al módulo. Si un usuario llega a un tablero con visibilidad Espacio mediante un espacio abierto, su rol en ese tablero es Lector. Fuentes: _assets/models/TablerosModel.php (createWorkspace, listWorkspaces); _assets/classes/TablerosAccess.class.php (workspaceRole, boardAccess).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roles de espacio admitidos son owner, editor y viewer. Solo el propietario del espacio puede administrar miembros del espacio. En tableros con acceso heredado, propietario/editor del espacio reciben rol Editor; viewer recibe Lector. Fuentes: _assets/models/TablerosModel.php (shareWorkspace, updateWorkspaceMember, requireWorkspaceManager, residualBoardAccess); _assets/classes/TablerosAccess.class.php.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valores actuales para un tablero son Privado, Espacio y Organización. Organización requiere que el usuario interno tenga permiso de acceso al módulo; no es acceso anónimo. Fuentes: _assets/models/TablerosModel.php (createBoard, listBoards); _assets/classes/TablerosAccess.class.php (boardAccess). Referencia conceptual: _assets/sql/tableros/README.md.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API restringe el cambio de estructura a owner, designer y editor; operaciones sobre elementos permiten owner, designer, editor y contributor; compartir/revocar miembros se limita a owner y designer. El creador siempre recibe owner. Fuentes: _assets/controllers/tableros_api.php (requireBoardRole en create_group, create_column, create_item, update_cell, share_board, revoke_member); _assets/classes/TablerosAccess.class.php.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 aproximado de la resolución actual: el creador del tablero se identifica como owner; luego se revisa una membresía directa; después acceso heredado del espacio en tableros visibility=workspace; organización permite viewer; los administradores globales tienen una excepción. En visibilidad Privado, el rol del espacio por sí solo no concede acceso. Fuentes: _assets/classes/TablerosAccess.class.php (boardAccess); _assets/models/TablerosModel.php (residualBoardAccess).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Ejemplos basados en boardAccess y residualBoardAccess: los miembros de espacio owner/editor heredan Editor; viewer hereda Viewer; acceso por espacio abierto hereda Viewer; membresía directa de tablero se revisa antes que el acceso heredado. Fuentes: _assets/classes/TablerosAccess.class.php; _assets/models/TablerosModel.php.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roles owner son independientes: el rol propietario del espacio no concede automáticamente ownership de cada tablero. Administrar miembros del espacio exige workspaceRole=owner; crear/compartir/revocar personas en el tablero tiene restricciones por board role. Fuentes: _assets/models/TablerosModel.php (requireWorkspaceManager); _assets/controllers/tableros_api.php (share_board, revoke_member); _assets/classes/TablerosAccess.class.php.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2d225db7241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48dfcc24048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85c0b09dd4b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4d74bbcda48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2ea4005f349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20018b2a3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83A8BA-1BE9-4948-9464-82DF3EC2F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02E6E2-4AA8-425D-B3CE-75C2088766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EEBD2E-5DD0-4B37-A6E5-0F5B27F4B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9B477D-BDA2-43C3-9E5B-11EE5C731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1513C5-7BC1-4E51-B6F8-AE6CCFFEC3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8D8281-8A0E-43CF-A48D-963BF884A3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D07348-083B-41AE-A489-574B9C802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8969EC-ED75-4A70-B886-9F7824C1B0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AD591-C1FD-408A-A96F-5409F91979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C4E4DC-C08F-4DF8-86F5-2D0CE8836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ab5eb20d3428b" /><Relationship Type="http://schemas.openxmlformats.org/officeDocument/2006/relationships/slideLayout" Target="/ppt/slideLayouts/slideLayout1.xml" Id="Re1189a2480c34866" /><Relationship Type="http://schemas.openxmlformats.org/officeDocument/2006/relationships/slideLayout" Target="/ppt/slideLayouts/slideLayout2.xml" Id="R82a0102eda294de6" /><Relationship Type="http://schemas.openxmlformats.org/officeDocument/2006/relationships/slideLayout" Target="/ppt/slideLayouts/slideLayout3.xml" Id="Rc4b842a5c03c4d14" /><Relationship Type="http://schemas.openxmlformats.org/officeDocument/2006/relationships/slideLayout" Target="/ppt/slideLayouts/slideLayout4.xml" Id="R8019700873984994" /><Relationship Type="http://schemas.openxmlformats.org/officeDocument/2006/relationships/slideLayout" Target="/ppt/slideLayouts/slideLayout5.xml" Id="Rebaefc689ebd44f7" /><Relationship Type="http://schemas.openxmlformats.org/officeDocument/2006/relationships/slideLayout" Target="/ppt/slideLayouts/slideLayout6.xml" Id="R55978dae00e840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189a2480c34866"/>
    <p:sldLayoutId xmlns:r="http://schemas.openxmlformats.org/officeDocument/2006/relationships" id="2147483650" r:id="R82a0102eda294de6"/>
    <p:sldLayoutId xmlns:r="http://schemas.openxmlformats.org/officeDocument/2006/relationships" id="2147483651" r:id="Rc4b842a5c03c4d14"/>
    <p:sldLayoutId xmlns:r="http://schemas.openxmlformats.org/officeDocument/2006/relationships" id="2147483652" r:id="R8019700873984994"/>
    <p:sldLayoutId xmlns:r="http://schemas.openxmlformats.org/officeDocument/2006/relationships" id="2147483653" r:id="Rebaefc689ebd44f7"/>
    <p:sldLayoutId xmlns:r="http://schemas.openxmlformats.org/officeDocument/2006/relationships" id="2147483654" r:id="R55978dae00e840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5f9733b0144fb" /><Relationship Type="http://schemas.openxmlformats.org/officeDocument/2006/relationships/notesSlide" Target="/ppt/notesSlides/notesSlide1.xml" Id="Rb8214336488e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8b51909f847a3" /><Relationship Type="http://schemas.openxmlformats.org/officeDocument/2006/relationships/notesSlide" Target="/ppt/notesSlides/notesSlide2.xml" Id="R2f6f907f74e5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840a192d04f2a" /><Relationship Type="http://schemas.openxmlformats.org/officeDocument/2006/relationships/notesSlide" Target="/ppt/notesSlides/notesSlide3.xml" Id="R43eaef788ab7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408e3f08e48f8" /><Relationship Type="http://schemas.openxmlformats.org/officeDocument/2006/relationships/notesSlide" Target="/ppt/notesSlides/notesSlide4.xml" Id="R9da81d75aea3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06ac4df494182" /><Relationship Type="http://schemas.openxmlformats.org/officeDocument/2006/relationships/notesSlide" Target="/ppt/notesSlides/notesSlide5.xml" Id="Rcf50e9d8499d4d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cda630faf4e8a" /><Relationship Type="http://schemas.openxmlformats.org/officeDocument/2006/relationships/notesSlide" Target="/ppt/notesSlides/notesSlide6.xml" Id="R90dc1a47d58f48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eedcff4494381" /><Relationship Type="http://schemas.openxmlformats.org/officeDocument/2006/relationships/notesSlide" Target="/ppt/notesSlides/notesSlide7.xml" Id="R7bdc55857fba4c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ba0c31c8b4738" /><Relationship Type="http://schemas.openxmlformats.org/officeDocument/2006/relationships/notesSlide" Target="/ppt/notesSlides/notesSlide8.xml" Id="Rb54df26f201347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8bf60666b42d1" /><Relationship Type="http://schemas.openxmlformats.org/officeDocument/2006/relationships/notesSlide" Target="/ppt/notesSlides/notesSlide9.xml" Id="R6b1770f7367744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E1914-8279-41A4-A010-C3CCBA4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8F0AC-5D35-4538-8A7A-4FD7F3C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21526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22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6F720-3F79-4748-A055-A6081137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58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B9C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9C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C8FF"/>
                </a:solidFill>
                <a:latin typeface="Arial"/>
                <a:ea typeface="Arial"/>
                <a:cs typeface="Arial"/>
              </a:rPr>
              <a:t>GUÍA PARA USUARIOS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08EE6-FE35-492E-A43E-C2A3B830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667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Permisos en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Tableros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39EA-1DB8-4DE1-AFA7-7DC20B91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695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0">
                <a:solidFill>
                  <a:srgbClr val="C2C8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2C8D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2C8DC"/>
                </a:solidFill>
                <a:latin typeface="Arial"/>
                <a:ea typeface="Arial"/>
                <a:cs typeface="Arial"/>
              </a:rPr>
              <a:t>Quién puede entrar, qué puede hacer</a:t>
            </a:r>
          </a:p>
          <a:p xmlns:a="http://schemas.openxmlformats.org/drawingml/2006/main">
            <a:pPr algn="l">
              <a:defRPr sz="2175" b="0">
                <a:solidFill>
                  <a:srgbClr val="C2C8D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2C8DC"/>
                </a:solidFill>
                <a:latin typeface="Arial"/>
                <a:ea typeface="Arial"/>
                <a:cs typeface="Arial"/>
              </a:rPr>
              <a:t>y cómo elegir el acceso correcto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EECF5-526E-4533-B5B5-1CA343E4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2819400" cy="34480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4149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BD070-94AB-4495-901D-84BA2C2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91A3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91A3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1A3E7"/>
                </a:solidFill>
                <a:latin typeface="Arial"/>
                <a:ea typeface="Arial"/>
                <a:cs typeface="Arial"/>
              </a:rPr>
              <a:t>ESPACIO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A206-B30B-4F7E-A86D-58145A72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240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puerta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C4FE0-863A-48F0-93F4-2592AC9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7652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1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1D6AB-F73F-4EE8-8FE0-004FDC3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66C7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66C7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C7BF"/>
                </a:solidFill>
                <a:latin typeface="Arial"/>
                <a:ea typeface="Arial"/>
                <a:cs typeface="Arial"/>
              </a:rPr>
              <a:t>TABLERO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2D48B-EBBE-472D-8684-11DFBA4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4FE28-35C9-499A-BE84-088C3E78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9DA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9DA6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DA6C2"/>
                </a:solidFill>
                <a:latin typeface="Arial"/>
                <a:ea typeface="Arial"/>
                <a:cs typeface="Arial"/>
              </a:rPr>
              <a:t>Dos niveles que trabajan juntos</a:t>
            </a:r>
          </a:p>
        </p:txBody>
      </p:sp>
    </p:spTree>
    <p:extLst>
      <p:ext uri="{BB962C8B-B14F-4D97-AF65-F5344CB8AC3E}">
        <p14:creationId xmlns:p14="http://schemas.microsoft.com/office/powerpoint/2010/main" val="1441788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90900-23A8-4E1E-8716-693D33C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270ED-EA6D-44EB-86A4-DD9717C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Hay dos niveles de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47C1-E368-4730-A1E9-DE7D39F6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Piensa en el espacio como un edificio y en cada tablero como una sala.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13E10-E573-4AFE-A2DB-16EBCCDA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0DE87-B725-4E66-9467-29C4453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4953000" cy="3257550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CED8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2D53C-F008-44D9-AFFB-96D9F2A2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990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8E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9B3E-1DFE-4A07-B826-309E4CF1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NIVEL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7ED07-4A41-4EBD-A9C7-4EDA633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Espacio de trabajo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36D72-E92B-4418-B5F5-0FFB7A84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Define quién puede entrar</a:t>
            </a:r>
          </a:p>
          <a:p xmlns:a="http://schemas.openxmlformats.org/drawingml/2006/main">
            <a: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y qué papel tiene en el espacio.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F2E1A-10CF-48A4-BBA2-F0521EE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24350"/>
            <a:ext cx="2609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04119-1EE0-4CCC-A39F-0204AEDF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053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Tableros y carpetas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43C0C-335A-491F-B1A8-297FB464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33575"/>
            <a:ext cx="4953000" cy="3257550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9525">
            <a:solidFill>
              <a:srgbClr val="C7E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09CC3-F32A-4A4D-9B4F-7CD22F8E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9906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2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084E2-788E-4719-A512-D6E58E9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764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NIVEL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74E47-BA34-45AF-AD29-942694B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Cada tablero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03909-6D10-4ED1-9B65-2E59E75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71850"/>
            <a:ext cx="4114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Decide si hereda el acceso</a:t>
            </a:r>
          </a:p>
          <a:p xmlns:a="http://schemas.openxmlformats.org/drawingml/2006/main">
            <a:pPr algn="l">
              <a:defRPr sz="17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del espacio o tiene reglas propias.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EE5DD-28C5-4862-86FF-E0994B4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609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E28A4-CA16-4F1B-B041-704B77A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Personas y acciones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A77CE-8A7B-4AE9-A5D4-3F7A083E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Tener acceso al espacio no siempre significa tener acceso a todos sus tableros.</a:t>
            </a:r>
          </a:p>
        </p:txBody>
      </p:sp>
    </p:spTree>
    <p:extLst>
      <p:ext uri="{BB962C8B-B14F-4D97-AF65-F5344CB8AC3E}">
        <p14:creationId xmlns:p14="http://schemas.microsoft.com/office/powerpoint/2010/main" val="944929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5FAA6-9277-4F7E-A8CA-9B1C51F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E9FE4-5CD7-453A-A521-5B33E0A9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puerta del espacio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230E2-C9AC-4EC3-91DB-461C125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La opción Abierto o Cerrado determina quién puede entrar al espacio.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F0852-A6EC-4DF5-BE91-C0D7080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EB5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DAD80-46D3-4207-A7F8-6920B38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76425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FDE7-829D-494A-B7A1-3332E87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F0C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0C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C85E"/>
                </a:solidFill>
                <a:latin typeface="Arial"/>
                <a:ea typeface="Arial"/>
                <a:cs typeface="Arial"/>
              </a:rPr>
              <a:t>CERRADO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2C2C3-A981-40E8-B91A-0023DE57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Entran las personas</a:t>
            </a:r>
          </a:p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las que se dio acceso.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B6903-EB83-4395-B4C2-24338AD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Es ideal cuando el trabajo</a:t>
            </a:r>
          </a:p>
          <a:p xmlns:a="http://schemas.openxmlformats.org/drawingml/2006/main">
            <a: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debe limitarse a un equipo.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06C06-00CE-4F64-A33F-B4922D5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859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72D0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2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D0C8"/>
                </a:solidFill>
                <a:latin typeface="Arial"/>
                <a:ea typeface="Arial"/>
                <a:cs typeface="Arial"/>
              </a:rPr>
              <a:t>ABIERTO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8BF20-0F88-414D-90CF-E80BB06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4629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Puede entrar cualquier persona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 con acceso al módulo.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14D1-363F-499B-B4C0-A57F488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462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Al entrar por esta vía, su acceso</a:t>
            </a:r>
          </a:p>
          <a:p xmlns:a="http://schemas.openxmlformats.org/drawingml/2006/main">
            <a:pPr algn="l">
              <a:defRPr sz="1650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a tableros heredados es de lectura.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CDBED-92E6-410F-ADCB-8FCCE1A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9441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4149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9F233-7A3B-4522-831A-8FE4FA2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959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Abierto no significa público en internet: se refiere a usuarios internos autorizados.</a:t>
            </a:r>
          </a:p>
        </p:txBody>
      </p:sp>
    </p:spTree>
    <p:extLst>
      <p:ext uri="{BB962C8B-B14F-4D97-AF65-F5344CB8AC3E}">
        <p14:creationId xmlns:p14="http://schemas.microsoft.com/office/powerpoint/2010/main" val="475545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1D5C5-71D4-4900-8DF0-8555020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A0493-4DB8-47FF-ABA5-1D52EC38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Roles dentro del espacio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06262-247D-47D9-8451-4AA6155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Estos roles se asignan a personas dentro de un espacio de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E23E3-5E4F-486B-920B-7CA242F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A5BC0-70DE-4A42-9241-ED279F3E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D82E-B4AB-4B89-B02C-AD468631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DB66-1F38-4227-84CB-FF0DDD4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64B8C-5DF6-4C9C-9602-A365D1D7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716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Administra quién pertenece al espacio y sus roles.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370A1-6C27-4964-B244-C38936D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A637"/>
                </a:solidFill>
                <a:latin typeface="Arial"/>
                <a:ea typeface="Arial"/>
                <a:cs typeface="Arial"/>
              </a:rPr>
              <a:t>GESTIONA MIEMBROS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C575E-8EF9-4B07-946F-69C641B0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D3C9-A1F3-4A95-93B0-E27154F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3F596-B05F-41A4-BC71-77BE452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CBA4B-0076-42FA-94B4-6EA4AFA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479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Colabora en tableros que heredan acceso del espacio.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80022-69FB-4A91-83ED-DE02CC2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PUEDE EDITAR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AC53E-D60C-497B-815B-91EBD55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5EE79-03BB-434B-B6EE-4E5E65B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A3A5F-4A02-4D7F-AC74-DB25833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84411-997B-4CE6-B086-113EA0C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242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Puede consultar tableros que heredan acceso.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3A3F4-D96B-45D5-80BE-D20A43B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SOLO CONSULTA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254F9-4F9A-4D30-B79D-51D06BC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0"/>
            <a:ext cx="1074420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BF3DD"/>
          </a:solidFill>
          <a:ln xmlns:a="http://schemas.openxmlformats.org/drawingml/2006/main" w="9525">
            <a:solidFill>
              <a:srgbClr val="EEDD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0D4AB-1311-4A14-A2C6-38E50DB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9872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9872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8721D"/>
                </a:solidFill>
                <a:latin typeface="Arial"/>
                <a:ea typeface="Arial"/>
                <a:cs typeface="Arial"/>
              </a:rPr>
              <a:t>Importante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1D9EE-B345-4102-ACE2-12CAB20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Ser propietario del espacio no convierte a alguien en propietario de cada tablero.</a:t>
            </a:r>
          </a:p>
        </p:txBody>
      </p:sp>
    </p:spTree>
    <p:extLst>
      <p:ext uri="{BB962C8B-B14F-4D97-AF65-F5344CB8AC3E}">
        <p14:creationId xmlns:p14="http://schemas.microsoft.com/office/powerpoint/2010/main" val="1137891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3EDA1-57CE-4785-9697-6637EEC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53ABA-3EEA-47F6-A94A-1120F4EF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¿Quién puede ver un tablero?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845C-88AE-47DD-9286-07743D32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La visibilidad del tablero decide de dónde puede venir el acceso.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56130-7D2A-441F-BF3F-9808D23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F384A-8C48-4B34-B1F0-00C0527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FD2B-4629-4B98-9307-CBABE5F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C0152-80FD-4707-B63E-C087FA2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Privado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E1F0D-57F6-4DF0-BA2D-17B713F9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Solo su creador y las personas invitadas directamente.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BD356-02E9-4B6F-AFFA-E4451686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B856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856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65C"/>
                </a:solidFill>
                <a:latin typeface="Arial"/>
                <a:ea typeface="Arial"/>
                <a:cs typeface="Arial"/>
              </a:rPr>
              <a:t>Como una sala con llave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5D7CC-7A1C-402A-B791-66773095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FAD66-0D24-4FCF-99D2-5908FA3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C4E85-3CA2-4E17-AB2A-407F9E1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Espacio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7E187-7C8F-4A78-93DB-8CBE9B4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Miembros del espacio; también quienes entren si el espacio está abierto.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E275E-B341-4E8F-9B96-61975FC9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386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Como una sala del 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0AA06-7C27-4102-A0C8-9769B32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33528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3079C-FAEA-4CE0-BDF4-2E6CEE4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4C606-629F-4D4B-8D18-2D6DE3F2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Organización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70AC0-45BF-45F8-8C56-A4788889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Usuarios internos con acceso al módulo Tableros.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E56CA-755C-40A6-B88F-828D89B9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Visible dentro de la empresa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19D17-B6C6-453A-ADD2-630440B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32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Cambiar a “Organización” amplía la audiencia: cualquier usuario interno con acceso al módulo puede consultar.</a:t>
            </a:r>
          </a:p>
        </p:txBody>
      </p:sp>
    </p:spTree>
    <p:extLst>
      <p:ext uri="{BB962C8B-B14F-4D97-AF65-F5344CB8AC3E}">
        <p14:creationId xmlns:p14="http://schemas.microsoft.com/office/powerpoint/2010/main" val="1932820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55C893-C002-4F86-AD30-DCA99211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391DF-9C9F-4824-84FE-BC624B7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Roles dentro de un tablero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8D0EA-9259-4D22-98E7-E22DCE9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Cada rol permite un nivel distinto de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DE477-AE57-4BF7-8556-C111E5EF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B9E73-D1DF-44A7-9455-3A1229E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9386-14A1-4F47-8140-72866C50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2E89B-FD7A-438E-B868-F02D37AA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FCB0C-995E-46D1-A943-9D545626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Control completo del tablero; puede compartir y gestionar accesos.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32386-4697-4CD5-BC42-639D9EB4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A637"/>
                </a:solidFill>
                <a:latin typeface="Arial"/>
                <a:ea typeface="Arial"/>
                <a:cs typeface="Arial"/>
              </a:rPr>
              <a:t>CONTROL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16C86-817D-4334-9D57-39090209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F3E2A-1FDE-452A-894B-D7A3333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42145-C080-4655-B87F-DA6BC3A2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Diseñador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A47DF-58F2-474A-B005-14284579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193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Puede cambiar la estructura y administrar el acceso.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EBBCF-E0B6-4EEC-88F2-9E563B1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DISEÑA Y COMPARTE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92F06-C86A-4CB9-BE02-62F8E78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2E059-E7D6-4ADA-9B02-653E43B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4AE15-8A1F-4293-BA43-80BD92C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48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83E0E-A3EC-4D8B-9564-C8407FD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194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Edita contenido y también grupos o columnas.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D0F90-34DE-4B37-B13E-749CD6A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697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6976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76C8"/>
                </a:solidFill>
                <a:latin typeface="Arial"/>
                <a:ea typeface="Arial"/>
                <a:cs typeface="Arial"/>
              </a:rPr>
              <a:t>EDITA Y ORGANIZA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9A37C-8D87-40CF-953D-361BD88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576F-F662-4960-BF11-799ACF65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537EE-170E-418B-846C-9740538D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Colaborador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704C7-BC00-4B39-BB4C-FA65EE0C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195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Crea y actualiza elementos, pero no cambia la estructura.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BE04B-F177-4F22-B68F-D97AFD89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EDITA ELEMENTOS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A87CF-8B44-4839-82AC-8D42579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160D4-94AE-4EF6-A2A6-CFA48796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192F9-75AB-4599-8A8F-D745A93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Lector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1B3AD-265B-4364-914C-4645259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96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Consulta el tablero sin modificarlo.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050EE-E09C-45AB-A1AF-771F595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SOLO CONSULTA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FE09C-D632-4F25-9C56-CD279AE7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Compartir el tablero y cambiar quién tiene acceso queda en manos del Propietario o Diseñador.</a:t>
            </a:r>
          </a:p>
        </p:txBody>
      </p:sp>
    </p:spTree>
    <p:extLst>
      <p:ext uri="{BB962C8B-B14F-4D97-AF65-F5344CB8AC3E}">
        <p14:creationId xmlns:p14="http://schemas.microsoft.com/office/powerpoint/2010/main" val="64538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27573-25B6-48A0-ACF9-23E43B84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0B371-B21A-4BC0-AFC3-5A7CC80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se decide el rol de una persona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F00BB-CB40-47FF-B959-CA3AADC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El acceso más específico al tablero determina lo que puede hacer allí.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4A89D-563F-4DC3-83B0-C292DDB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EB5C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05057-9839-4EE4-8A8C-67F60AD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637"/>
          </a:solidFill>
          <a:ln xmlns:a="http://schemas.openxmlformats.org/drawingml/2006/main" w="9525">
            <a:solidFill>
              <a:srgbClr val="D5A6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78550-D5B3-4957-920D-FB2BBB5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71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1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B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3A678-E13F-4B95-ADFD-A3F5E99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0022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¿Creó el tablero?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D9BB0-3430-4332-B58B-6C7A5A63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022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Sí → Propietario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BA93A-D6EB-4DEA-A676-ABFB7AFD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5964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6B69A-27BA-4A21-9361-ACD8D3C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E8FEF-182F-48AC-8373-272D190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¿Tiene invitación al tablero?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881A4-B7DD-4D9A-9CA4-27F04D44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9557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Se aplica el rol asignado en esa invitación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352AE-285C-4316-90F1-77EC598D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596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E6685-D1E1-4B11-B45F-B7A790A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583FD-2E4B-4BFC-AEE9-B5302F7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9092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¿El tablero hereda del espacio?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0C447-2BD5-4BDE-97D8-8BABEADD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Se aplica el rol del espacio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F6551-4CEC-4AE3-92A6-7B9A932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5964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18E9A-EFF1-4D0F-B4A2-3A97C6B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1B2ED-B883-4BB2-80CB-315AE233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862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¿Es visible a la organización?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41938-4943-4C9D-B3CF-2AAAFE3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86275"/>
            <a:ext cx="506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Puede entrar como Lector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6E796-DF93-41AE-AFD7-72FC024A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3251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4149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B5FE0-179F-4AB5-AB1C-102418FE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959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1">
                <a:solidFill>
                  <a:srgbClr val="8DD3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DD3C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DD3CC"/>
                </a:solidFill>
                <a:latin typeface="Arial"/>
                <a:ea typeface="Arial"/>
                <a:cs typeface="Arial"/>
              </a:rPr>
              <a:t>Una invitación directa al tablero puede dar más o menos acceso que el rol del espacio.</a:t>
            </a:r>
          </a:p>
        </p:txBody>
      </p:sp>
    </p:spTree>
    <p:extLst>
      <p:ext uri="{BB962C8B-B14F-4D97-AF65-F5344CB8AC3E}">
        <p14:creationId xmlns:p14="http://schemas.microsoft.com/office/powerpoint/2010/main" val="1685813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D3924-8413-418E-8A7B-5D2AECE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899B7-5CE7-4415-95C5-662ED10B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Tres ejemplos cotidianos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A7EC8-DF0F-4899-B6BA-8EC2BF5D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El rol en el espacio y el rol en el tablero pueden ser distintos.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34E18-B630-44AB-A5C8-28565867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9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33B3-71B8-40CC-BC66-BBD503E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0648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F901-AEC1-4D14-A9E9-D78FA49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CDB21-1F97-4711-BDD5-B1C8231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85975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Es Editora del espacio. El tablero está configurado como “Espacio”.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8B6F9-EDA9-4A61-97F4-6061490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6479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01D5D-48EB-4773-8C11-D022B0F2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764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E74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4DF"/>
                </a:solidFill>
                <a:latin typeface="Arial"/>
                <a:ea typeface="Arial"/>
                <a:cs typeface="Arial"/>
              </a:rPr>
              <a:t>Entra como Editora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139F3-D27A-4333-8BDC-D82406A9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48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D1275-8886-4101-B30A-4F59ADDD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Luis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14185-F4DF-4118-B9E0-1BDDCA4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67075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Es Lector del espacio, pero lo invitaron directamente como Colaborador.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E2798-197F-451F-A6D8-B2B012DB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26479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7A44B-7330-4188-84D4-19336EF9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E9D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9D98"/>
                </a:solidFill>
                <a:latin typeface="Arial"/>
                <a:ea typeface="Arial"/>
                <a:cs typeface="Arial"/>
              </a:rPr>
              <a:t>Entra como Colaborador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83F2C-362A-497E-B76B-5EBB9D53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648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266E2-304A-43B0-B3AE-8B3971EC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Sofía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0610C-5EF8-4CE7-A8D9-603327A6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48175"/>
            <a:ext cx="586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6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980"/>
                </a:solidFill>
                <a:latin typeface="Arial"/>
                <a:ea typeface="Arial"/>
                <a:cs typeface="Arial"/>
              </a:rPr>
              <a:t>El espacio está abierto y el tablero hereda el acceso del espacio.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34104-E7F2-41C4-AD3E-F7448D2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24375"/>
            <a:ext cx="2647950" cy="438150"/>
          </a:xfrm>
          <a:prstGeom xmlns:a="http://schemas.openxmlformats.org/drawingml/2006/main" prst="roundRect">
            <a:avLst>
              <a:gd name="adj" fmla="val 43478"/>
            </a:avLst>
          </a:prstGeom>
          <a:solidFill xmlns:a="http://schemas.openxmlformats.org/drawingml/2006/main">
            <a:srgbClr val="FB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24543-D7B7-416E-9A44-269F5F5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386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5A6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A637"/>
                </a:solidFill>
                <a:latin typeface="Arial"/>
                <a:ea typeface="Arial"/>
                <a:cs typeface="Arial"/>
              </a:rPr>
              <a:t>Entra como Lector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5DE40-3BEE-4BB4-8655-02E73149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62600"/>
            <a:ext cx="1032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4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43D"/>
                </a:solidFill>
                <a:latin typeface="Arial"/>
                <a:ea typeface="Arial"/>
                <a:cs typeface="Arial"/>
              </a:rPr>
              <a:t>El acceso directo de Luis prevalece en ese tablero; no cambia su rol general en el espacio.</a:t>
            </a:r>
          </a:p>
        </p:txBody>
      </p:sp>
    </p:spTree>
    <p:extLst>
      <p:ext uri="{BB962C8B-B14F-4D97-AF65-F5344CB8AC3E}">
        <p14:creationId xmlns:p14="http://schemas.microsoft.com/office/powerpoint/2010/main" val="683330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8871F-9B3A-4E07-A9A7-F78DE3B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28D6F-7C8F-4110-850B-0B9AE957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alguien no puede hacer algo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8B3E5-5E8E-4C76-A805-BD75DB97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5CB"/>
                </a:solidFill>
                <a:latin typeface="Arial"/>
                <a:ea typeface="Arial"/>
                <a:cs typeface="Arial"/>
              </a:rPr>
              <a:t>Revisa estas tres cosas antes de pedir ayuda.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DC48-9782-4C8D-A0DD-429E83D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EB5C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EB5C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4EEAF-2D9E-4527-812D-31DA3F80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D1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6A300-B910-4BFE-A140-5C0450F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82D31-C7DA-4A43-A367-78DB116F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¿El tablero es Privado, Espacio u Organización?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16CBB-102A-4634-A497-7AED8556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38400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46706-0FC4-4F57-893E-E113956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670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D1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5F86B-3EB2-4CBE-ACCC-6E4D23F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670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F4627-D822-4DC4-803F-9511B23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860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¿La persona fue invitada al tablero o solo al espacio?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B6BB2-75A4-44BE-A0AD-0CFBEA33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3C4F2-847C-418F-ABB5-D5529FB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D1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D1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0732D-C717-4504-AD08-AC31648B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C645F-CB7D-4D58-A361-4E44431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86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0C6D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C6D9"/>
                </a:solidFill>
                <a:latin typeface="Arial"/>
                <a:ea typeface="Arial"/>
                <a:cs typeface="Arial"/>
              </a:rPr>
              <a:t>¿Necesita consultar, editar contenido o administrar el tablero?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FEE12-5D02-4B0C-9590-7AB7EA2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10201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4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1D82-F74B-4233-AA3E-2571C108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1019175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2744"/>
          </a:solidFill>
          <a:ln xmlns:a="http://schemas.openxmlformats.org/drawingml/2006/main" w="9525">
            <a:solidFill>
              <a:srgbClr val="4149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C9F67-0E9A-45B3-9EFA-C4C678F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387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Propietario del espacio: administra miembros del espacio.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Propietario del tablero: controla ese tablero.</a:t>
            </a:r>
          </a:p>
        </p:txBody>
      </p:sp>
    </p:spTree>
    <p:extLst>
      <p:ext uri="{BB962C8B-B14F-4D97-AF65-F5344CB8AC3E}">
        <p14:creationId xmlns:p14="http://schemas.microsoft.com/office/powerpoint/2010/main" val="1746598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2026-10-13T15:52:45.0050000Z</dcterms:created>
  <dcterms:modified xsi:type="dcterms:W3CDTF">2026-10-13T15:52:45.0050000Z</dcterms:modified>
</coreProperties>
</file>